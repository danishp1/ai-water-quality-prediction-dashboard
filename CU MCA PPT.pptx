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4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rontiersin.org/journals/microbiology/articles/10.3389/fmicb.2025.1504829/ful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lickr.com/photos/158301585@N08/46085930481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s.ubc.ca/communicatingscience2018w112/2018/11/12/is-hard-water-bad-for-your-health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apitalcurrent.ca/city-waters-down-proposed-ban-on-smart-consumption-monitoring-devices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nc/3.0/" TargetMode="External"/><Relationship Id="rId4" Type="http://schemas.openxmlformats.org/officeDocument/2006/relationships/hyperlink" Target="https://www.trentu.ca/online-legacy/modules/Psych/Modules/Research_design/Research_design3.htm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160585"/>
            <a:ext cx="7315200" cy="1380897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Water Quality Prediction Dashboard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+ MySQL + Tableau Analytics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2541483"/>
            <a:ext cx="9143998" cy="4316518"/>
          </a:xfrm>
        </p:spPr>
        <p:txBody>
          <a:bodyPr>
            <a:normAutofit/>
          </a:bodyPr>
          <a:lstStyle/>
          <a:p>
            <a:pPr marL="0" indent="0">
              <a:lnSpc>
                <a:spcPct val="30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in partial fulfillment of the requirements for the award of the degree of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of Computer Applications (MCA)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</a:t>
            </a:r>
            <a: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Danish Pinjari</a:t>
            </a:r>
            <a:endParaRPr lang="en-IN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No: </a:t>
            </a:r>
            <a: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O24MCA112047</a:t>
            </a:r>
            <a:endParaRPr lang="en-IN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Guide/Mentor Name: </a:t>
            </a:r>
            <a: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Vasanthi Chandran</a:t>
            </a:r>
            <a:endParaRPr lang="en-IN" sz="1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4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Certificate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latin typeface="Calibri"/>
              </a:rPr>
              <a:t>Certificate from </a:t>
            </a:r>
            <a:r>
              <a:rPr sz="2400" dirty="0" err="1">
                <a:latin typeface="Calibri"/>
              </a:rPr>
              <a:t>Qollabb</a:t>
            </a:r>
            <a:r>
              <a:rPr sz="2400" dirty="0">
                <a:latin typeface="Calibri"/>
              </a:rPr>
              <a:t> to be attached</a:t>
            </a:r>
          </a:p>
          <a:p>
            <a:pPr lvl="1"/>
            <a:r>
              <a:rPr sz="2400" dirty="0">
                <a:latin typeface="Calibri"/>
              </a:rPr>
              <a:t>Project completed under mentor guidance</a:t>
            </a:r>
          </a:p>
          <a:p>
            <a:pPr lvl="1"/>
            <a:r>
              <a:rPr sz="2400" dirty="0">
                <a:latin typeface="Calibri"/>
              </a:rPr>
              <a:t>Institutional verification required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1170041"/>
            <a:ext cx="9143999" cy="599763"/>
          </a:xfrm>
        </p:spPr>
        <p:txBody>
          <a:bodyPr>
            <a:normAutofit/>
          </a:bodyPr>
          <a:lstStyle/>
          <a:p>
            <a:pPr algn="ctr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69804"/>
            <a:ext cx="9144000" cy="5088196"/>
          </a:xfrm>
        </p:spPr>
        <p:txBody>
          <a:bodyPr>
            <a:no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I, </a:t>
            </a:r>
            <a:r>
              <a:rPr lang="en-IN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Danish Pinjari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hereby solemnly declare that the project report titled “</a:t>
            </a:r>
            <a: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Water Quality Prediction Dashboard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submitted in partial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fulfillment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requirements for the award of the degree of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of Computer Application (MCA)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my original work.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further declare that: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has been carried out by me during the academic year </a:t>
            </a:r>
            <a:r>
              <a:rPr lang="en-IN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2025-26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the supervision of </a:t>
            </a:r>
            <a:r>
              <a:rPr lang="en-US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Vasanthi Chandran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(Guide/Mentor Name)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 has not been submitted previously to any other university, institution, or examination body for the award of any degree, diploma, or certification.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sources of information used in this report have been duly acknowledged and referenced in accordance with academic ethics and plagiarism norms.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presented in this report is authentic to the best of my knowledge and has not been fabricated or manipulated.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understand that if any part of this declaration is found to be false, my project may be rejected and disciplinary action may be taken as per institutional rules.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Place: </a:t>
            </a:r>
            <a:r>
              <a:rPr lang="en-IN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Mira Road East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IN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20/05/2026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Signature: </a:t>
            </a:r>
            <a:r>
              <a:rPr lang="en-IN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Danish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</a:t>
            </a:r>
            <a:r>
              <a:rPr lang="en-IN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Danish Pinjari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Enrollment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 </a:t>
            </a:r>
            <a:r>
              <a:rPr lang="en-US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O24MCA112047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58526"/>
            <a:ext cx="9144000" cy="575044"/>
          </a:xfrm>
        </p:spPr>
        <p:txBody>
          <a:bodyPr>
            <a:normAutofit/>
          </a:bodyPr>
          <a:lstStyle/>
          <a:p>
            <a:pPr algn="ctr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56618"/>
            <a:ext cx="9144000" cy="49013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Sincere gratitude to Ms. Vasanthi Chandran for guidance and support.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to Chandigarh University and CU Online for academic resources.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Appreciation to faculty members for continuous encouragement.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thanks to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Qollabb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mentorship and project assistance.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Gratitude to family and friends for motivation and support.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18448"/>
            <a:ext cx="9144000" cy="584876"/>
          </a:xfrm>
        </p:spPr>
        <p:txBody>
          <a:bodyPr>
            <a:normAutofit/>
          </a:bodyPr>
          <a:lstStyle/>
          <a:p>
            <a:pPr algn="ctr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/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47362"/>
            <a:ext cx="5835192" cy="5314337"/>
          </a:xfrm>
        </p:spPr>
        <p:txBody>
          <a:bodyPr>
            <a:no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AI-powered system for water quality prediction and analysis.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Machine Learning algorithms to classify water as safe or unsafe.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data preprocessing and Exploratory Data Analysis (EDA).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Logistic Regression, Decision Tree, Random Forest,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Neural Networks.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achieved the best prediction performance among all models.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prediction results in MySQL database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analytical reporting.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 interactive Tableau dashboard for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visualization and insights.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3AF61C-5350-AC71-FACC-C82D19C74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767785" y="4364610"/>
            <a:ext cx="5347934" cy="24651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07744"/>
            <a:ext cx="7315200" cy="614373"/>
          </a:xfrm>
        </p:spPr>
        <p:txBody>
          <a:bodyPr>
            <a:normAutofit/>
          </a:bodyPr>
          <a:lstStyle/>
          <a:p>
            <a:pPr algn="ctr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1: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2121031"/>
            <a:ext cx="6341806" cy="4736969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pollution is a major environmental and public health issue worldwide.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water quality testing methods are time-consuming and manual.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helps automate water quality prediction efficiently.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analyzes parameters such as pH, turbidity, sulfate, and conductivity.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is used for structured data storage and management.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provides interactive visualization and analytical reporting.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integrates AI, DBMS, and Business Intelligence</a:t>
            </a:r>
          </a:p>
          <a:p>
            <a:pPr marL="4572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61E142-869B-1831-9ECC-72DA0D8689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373279" y="4034672"/>
            <a:ext cx="3741226" cy="27970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170039"/>
            <a:ext cx="7315200" cy="594709"/>
          </a:xfrm>
        </p:spPr>
        <p:txBody>
          <a:bodyPr>
            <a:normAutofit/>
          </a:bodyPr>
          <a:lstStyle/>
          <a:p>
            <a:pPr algn="ctr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2: System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58297"/>
            <a:ext cx="6243484" cy="49997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water quality monitoring depends on manual laboratory testing.</a:t>
            </a:r>
          </a:p>
          <a:p>
            <a:pPr>
              <a:lnSpc>
                <a:spcPct val="11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are time-consuming and less efficient for large-scale analysis.</a:t>
            </a:r>
          </a:p>
          <a:p>
            <a:pPr>
              <a:lnSpc>
                <a:spcPct val="11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conventional systems lack intelligent prediction capabilities.</a:t>
            </a:r>
          </a:p>
          <a:p>
            <a:pPr>
              <a:lnSpc>
                <a:spcPct val="11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analysis increases operational cost and delays decision-making.</a:t>
            </a:r>
          </a:p>
          <a:p>
            <a:pPr>
              <a:lnSpc>
                <a:spcPct val="11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provide limited visualization and analytical reporting.</a:t>
            </a:r>
          </a:p>
          <a:p>
            <a:pPr>
              <a:lnSpc>
                <a:spcPct val="11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enables automated prediction using historical water </a:t>
            </a:r>
          </a:p>
          <a:p>
            <a:pPr marL="45720" indent="0">
              <a:lnSpc>
                <a:spcPct val="11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data.</a:t>
            </a:r>
          </a:p>
          <a:p>
            <a:pPr>
              <a:lnSpc>
                <a:spcPct val="11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improves prediction accuracy and analytical visualization.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84124B-3DA9-0328-68D1-69D1DED9B2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781371" y="2934145"/>
            <a:ext cx="3313468" cy="2562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7173"/>
            <a:ext cx="9144000" cy="565212"/>
          </a:xfrm>
        </p:spPr>
        <p:txBody>
          <a:bodyPr>
            <a:normAutofit/>
          </a:bodyPr>
          <a:lstStyle/>
          <a:p>
            <a:pPr algn="ctr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3: 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10053"/>
            <a:ext cx="6676103" cy="525534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accepts water quality datasets as input for analysis.</a:t>
            </a:r>
          </a:p>
          <a:p>
            <a:pPr>
              <a:lnSpc>
                <a:spcPct val="12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handles missing and inconsistent values.</a:t>
            </a:r>
          </a:p>
          <a:p>
            <a:pPr>
              <a:lnSpc>
                <a:spcPct val="12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Machine Learning algorithms are trained and evaluated.</a:t>
            </a:r>
          </a:p>
          <a:p>
            <a:pPr>
              <a:lnSpc>
                <a:spcPct val="12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was selected as the final prediction model.</a:t>
            </a:r>
          </a:p>
          <a:p>
            <a:pPr>
              <a:lnSpc>
                <a:spcPct val="12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results are stored in the MySQL database.</a:t>
            </a:r>
          </a:p>
          <a:p>
            <a:pPr>
              <a:lnSpc>
                <a:spcPct val="12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 provides interactive visualization and reporting.</a:t>
            </a:r>
          </a:p>
          <a:p>
            <a:pPr>
              <a:lnSpc>
                <a:spcPct val="12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efficient monitoring of safe and unsafe water </a:t>
            </a:r>
          </a:p>
          <a:p>
            <a:pPr marL="45720" indent="0">
              <a:lnSpc>
                <a:spcPct val="12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A2D157-C4A7-457D-FD1D-41EA58B41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449" y="2979174"/>
            <a:ext cx="3892053" cy="38591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7176"/>
            <a:ext cx="9144000" cy="565212"/>
          </a:xfrm>
        </p:spPr>
        <p:txBody>
          <a:bodyPr>
            <a:normAutofit/>
          </a:bodyPr>
          <a:lstStyle/>
          <a:p>
            <a:pPr algn="ctr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4: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38633"/>
            <a:ext cx="6351639" cy="501936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layered architecture integrating ML, MySQL, and Tableau.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feature preparation performed using Python libraries.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Machine Learning models trained for water quality prediction.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selected as the final prediction model.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Processed records and prediction results stored in MySQL database.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connects with MySQL and Feature Importance CSV for visualization.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provide analytical reporting and pollution insights.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C58B55-C55D-2120-D96F-07E32CB84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709" y="2919369"/>
            <a:ext cx="2979176" cy="39105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98293"/>
            <a:ext cx="9144000" cy="614373"/>
          </a:xfrm>
        </p:spPr>
        <p:txBody>
          <a:bodyPr>
            <a:normAutofit/>
          </a:bodyPr>
          <a:lstStyle/>
          <a:p>
            <a:pPr algn="ctr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5: 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905433"/>
            <a:ext cx="6541477" cy="4999702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used for data preprocessing and prediction generation.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and NumPy used for data cleaning and manipulation.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ML models including Random Forest and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implemented.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achieved the best prediction performance.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integrated for storing processed data and prediction results.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connected with MySQL and Feature </a:t>
            </a:r>
          </a:p>
          <a:p>
            <a:pPr marL="45720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CSV for analytics.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saving trained ML model and scaler.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DAA05C-7333-766E-B6CB-F2A024ED7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793" y="4242063"/>
            <a:ext cx="4958499" cy="25970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07720"/>
            <a:ext cx="9144000" cy="550227"/>
          </a:xfrm>
        </p:spPr>
        <p:txBody>
          <a:bodyPr>
            <a:normAutofit/>
          </a:bodyPr>
          <a:lstStyle/>
          <a:p>
            <a:pPr algn="ctr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6: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36201"/>
            <a:ext cx="5118755" cy="5078361"/>
          </a:xfrm>
        </p:spPr>
        <p:txBody>
          <a:bodyPr>
            <a:normAutofit/>
          </a:bodyPr>
          <a:lstStyle/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 performed on preprocessing and ML modules.</a:t>
            </a:r>
          </a:p>
          <a:p>
            <a:pPr lvl="1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 verified Python–MySQL–Tableau connectivity.</a:t>
            </a:r>
          </a:p>
          <a:p>
            <a:pPr lvl="1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 validated complete workflow execution.</a:t>
            </a:r>
          </a:p>
          <a:p>
            <a:pPr lvl="1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 evaluated using Accuracy, Precision, Recall, and F1-Score.</a:t>
            </a:r>
          </a:p>
          <a:p>
            <a:pPr lvl="1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testing confirmed successful data insertion and retrieval.</a:t>
            </a:r>
          </a:p>
          <a:p>
            <a:pPr lvl="1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 testing verified filtering and visualization features.</a:t>
            </a:r>
          </a:p>
          <a:p>
            <a:pPr lvl="1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modules executed successfully after debugging and optimization.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B77EF3-FB22-48B7-EEDB-60E28A23F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838" y="2952609"/>
            <a:ext cx="3939881" cy="38865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46914"/>
            <a:ext cx="9144000" cy="529891"/>
          </a:xfrm>
        </p:spPr>
        <p:txBody>
          <a:bodyPr>
            <a:normAutofit/>
          </a:bodyPr>
          <a:lstStyle/>
          <a:p>
            <a:pPr algn="ctr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7: 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813540"/>
            <a:ext cx="5967168" cy="511987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achieved the highest prediction performance.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classified water samples as safe or unsafe.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improved overall prediction quality.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 stored processed records and prediction outputs successfully.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 provided interactive visualization and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reporting.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analysis identified major water quality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integrated system improved automation and decision-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capability.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4F7E54-18B8-A0A1-299E-9B69D4980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4292" y="3693231"/>
            <a:ext cx="4572000" cy="31364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37217"/>
            <a:ext cx="9144000" cy="525883"/>
          </a:xfrm>
        </p:spPr>
        <p:txBody>
          <a:bodyPr>
            <a:normAutofit/>
          </a:bodyPr>
          <a:lstStyle/>
          <a:p>
            <a:pPr algn="ctr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8: 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932495"/>
            <a:ext cx="6322143" cy="4964833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integrated Machine Learning, MySQL, and Tableau technologies.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achieved the best performance for water quality prediction.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automated prediction, database storage, and analytical reporting.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 provided interactive insights into water quality conditions.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analysis identified major parameters affecting water quality.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demonstrated practical application of AI in environmental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include IoT integration, cloud deployment, and GIS mapping.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80AE87-35D8-B382-3460-69C6C3021F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055719" y="4367823"/>
            <a:ext cx="3060000" cy="24996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70588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07720"/>
            <a:ext cx="9144000" cy="589936"/>
          </a:xfrm>
        </p:spPr>
        <p:txBody>
          <a:bodyPr>
            <a:normAutofit/>
          </a:bodyPr>
          <a:lstStyle/>
          <a:p>
            <a:pPr algn="ctr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9: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85767"/>
            <a:ext cx="9144000" cy="501936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</a:t>
            </a:r>
          </a:p>
          <a:p>
            <a:pPr>
              <a:lnSpc>
                <a:spcPct val="11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Documentation</a:t>
            </a:r>
          </a:p>
          <a:p>
            <a:pPr>
              <a:lnSpc>
                <a:spcPct val="11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</a:t>
            </a:r>
          </a:p>
          <a:p>
            <a:pPr>
              <a:lnSpc>
                <a:spcPct val="11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Official Documentation</a:t>
            </a:r>
          </a:p>
          <a:p>
            <a:pPr>
              <a:lnSpc>
                <a:spcPct val="11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Official Website</a:t>
            </a:r>
          </a:p>
          <a:p>
            <a:pPr>
              <a:lnSpc>
                <a:spcPct val="11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Water Quality Dataset</a:t>
            </a:r>
          </a:p>
          <a:p>
            <a:pPr>
              <a:lnSpc>
                <a:spcPct val="11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related to Machine Learning and Water Quality Prediction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46893"/>
            <a:ext cx="3880338" cy="1113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A04F80-AFDB-724C-45A1-5014F96EE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915319" y="3648173"/>
            <a:ext cx="3200400" cy="3200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33F577-6CBB-B6FB-E7A6-3254E59848CE}"/>
              </a:ext>
            </a:extLst>
          </p:cNvPr>
          <p:cNvSpPr txBox="1"/>
          <p:nvPr/>
        </p:nvSpPr>
        <p:spPr>
          <a:xfrm>
            <a:off x="6585464" y="6839146"/>
            <a:ext cx="2539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4" tooltip="https://www.trentu.ca/online-legacy/modules/Psych/Modules/Research_design/Research_design3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5" tooltip="https://creativecommons.org/licenses/by-nc/3.0/"/>
              </a:rPr>
              <a:t>CC BY-NC</a:t>
            </a:r>
            <a:endParaRPr lang="en-IN" sz="9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71089"/>
            <a:ext cx="9144000" cy="687208"/>
          </a:xfrm>
        </p:spPr>
        <p:txBody>
          <a:bodyPr>
            <a:normAutofit/>
          </a:bodyPr>
          <a:lstStyle/>
          <a:p>
            <a:pPr algn="ctr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10: Appendices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84439"/>
            <a:ext cx="4081806" cy="4773560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Structure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Table &amp; Prediction Records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 Screenshots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Output Screenshots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Analysis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Manual &amp; Workflow Documentation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35170"/>
            <a:ext cx="3880338" cy="11136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CDEBCC-009E-EB09-F764-9CD1CEF75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806" y="3781948"/>
            <a:ext cx="5062194" cy="30571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A7383-EE93-D19B-168E-2D00848C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99A21-46B1-8208-953E-287511708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71088"/>
            <a:ext cx="9144000" cy="2524219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09E702-9E09-61BF-43AF-4C2A400BD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139" y="35170"/>
            <a:ext cx="3880338" cy="111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580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244</TotalTime>
  <Words>1089</Words>
  <Application>Microsoft Office PowerPoint</Application>
  <PresentationFormat>On-screen Show (4:3)</PresentationFormat>
  <Paragraphs>192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Perspective</vt:lpstr>
      <vt:lpstr>AI-Powered Water Quality Prediction Dashboard Machine Learning + MySQL + Tableau Analytics</vt:lpstr>
      <vt:lpstr>Certificate</vt:lpstr>
      <vt:lpstr>Declaration</vt:lpstr>
      <vt:lpstr>Acknowledgement</vt:lpstr>
      <vt:lpstr>Abstract / Executive Summary</vt:lpstr>
      <vt:lpstr>Chapter 1: Introduction</vt:lpstr>
      <vt:lpstr>Chapter 2: System Study</vt:lpstr>
      <vt:lpstr>Chapter 3: System Analysis</vt:lpstr>
      <vt:lpstr>Chapter 4: System Design</vt:lpstr>
      <vt:lpstr>Chapter 5: System Implementation</vt:lpstr>
      <vt:lpstr>Chapter 6: Testing</vt:lpstr>
      <vt:lpstr>Chapter 7: Results &amp; Discussion</vt:lpstr>
      <vt:lpstr>Chapter 8: Conclusion &amp; Future Scope</vt:lpstr>
      <vt:lpstr>Chapter 9: References</vt:lpstr>
      <vt:lpstr>Chapter 10: Appendices</vt:lpstr>
      <vt:lpstr>Thank You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 MCA / BcA / MSc (DS) Project Report Presentation</dc:title>
  <dc:creator>HP</dc:creator>
  <dc:description>generated using python-pptx</dc:description>
  <cp:lastModifiedBy>Danish Pinjari</cp:lastModifiedBy>
  <cp:revision>21</cp:revision>
  <dcterms:created xsi:type="dcterms:W3CDTF">2013-01-27T09:14:16Z</dcterms:created>
  <dcterms:modified xsi:type="dcterms:W3CDTF">2026-05-21T03:59:11Z</dcterms:modified>
</cp:coreProperties>
</file>